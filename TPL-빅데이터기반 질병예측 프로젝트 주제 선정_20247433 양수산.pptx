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76" d="100"/>
          <a:sy n="76" d="100"/>
        </p:scale>
        <p:origin x="128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EA595-7550-489A-9D8E-1B17ED7FF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F1B66F-208D-46EB-831B-6D14D639C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0122B-07B1-4726-AEE5-59821C90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FCDB49-FE42-4186-8C6A-3CE2293E3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9BA93A-4FCF-4E24-A462-F56652F9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436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81CF4-3105-4B4A-97EF-21B8A16C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E20C49-C5B4-4B41-9B48-7E42D50F9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A2106-BE34-4E90-B22E-3C2C69AB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C3B7E-B092-44B2-833D-DB9724DE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EB8EA-6039-4CA5-8341-B26EB75C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01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EB13A-6812-4AF6-B284-48C3D853A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D78746-0FA0-4CC8-A999-321628E67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30647-BF0E-4FF6-9586-E41CFC29D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7DB68-E0FE-4666-95F6-DAEE2DB1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3D3108-98FA-4D1E-9052-FC018FA4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50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1CE03-12B6-4B15-B3BC-02BEE164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F0676-213F-4C48-9684-6056FB7AF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773EF7-BBEB-4C89-9F55-43DD3CEEE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B243B-032D-4D1D-84AD-014F2947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2C23CA-971E-4BF2-93D3-06581D9B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7B9A5E-459E-427A-87E7-A67EFE87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45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B03A3-BDC2-4FE8-BE78-4CBC5114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28141F-48ED-44A4-AC94-C0197347C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DFA087-69ED-4C36-A816-2F0B253F2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011EA2-C55B-4209-8A61-F7B911235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046C00-55E4-4363-BCFA-15A7D3B4E6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7AE26E-7AD7-46CD-B468-47FD36B9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DC9500-AE43-4476-A54E-FF7FB5115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92222C-5D6B-4BE8-9E8A-41E7CF8F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41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97998-4541-45B2-90B7-B88EA380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FB6064-E36B-4934-8B38-6A889178C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E8BACE-D0F7-47C7-9C05-09468220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4E8A6A-62AC-40B4-A41B-A67D237E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25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782D72-14F0-412C-BE98-580D6FB0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466A16-5691-4678-8788-475FB8D6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035A2-C04B-4AB4-8AA5-1845B509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249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1EB17-54AD-4D10-AB73-C96A74CC4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E0A3DB-7B4F-43A0-A2EE-F9D9CA710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4827D6-A431-4070-9E4C-391D47F96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147B35-77E2-4EC2-BD09-5951A959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795FAA-253B-41F8-9A31-94BFE09F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9E80C8-FE58-4304-8DC7-A8C9B873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77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1BDB2-D9DB-449A-A405-9F5CA56B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73615E-1B31-4540-AE46-1EDDB5C85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848B71-C09E-40B1-896E-91C4EBF22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7031E9-0E75-4966-B72B-4CD856CB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C849A0-0E4F-44C3-BFA4-CA059EF4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85DA89-F733-401B-818F-82575BAA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39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3C4C1-F5DA-42FB-A592-AF522317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00ABEB-431C-4A7D-99A7-AB990403E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899D48-CD48-4FF7-B056-85E59D03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DD01D-77CE-40F2-818E-A4A9E127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207057-1F95-45D7-A2FC-52A70A66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695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C9A698-27B3-4940-A14F-E041D0E82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C80B82-5E7B-4D14-A9D5-4D0BB3277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107297-22D9-48D1-B9B7-2F39BD10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618072-F2CE-4EE7-93EA-88E20338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5AFB1-D47C-4E5F-97CE-A01B6911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27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73D745-D72C-40B0-B1C3-C49561D3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1A4EDC-7306-4CE7-B505-C79DE2CA3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52BCD-7074-49DA-8D12-7FA00CA57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B049A-E026-4037-9925-7BC01C979E5B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6C1AE7-7ACC-4DD2-90CF-1CCD5E5EC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0A80E1-9AEA-4A79-9C81-9F922A789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F064-4E70-47D8-8F7A-EF13FF044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0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CCCED-60BD-4532-859E-5355C535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76411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5400" dirty="0"/>
              <a:t>TPL-</a:t>
            </a:r>
            <a:r>
              <a:rPr lang="ko-KR" altLang="en-US" sz="5400" dirty="0"/>
              <a:t>빅데이터 기반 질병예측 </a:t>
            </a:r>
            <a:br>
              <a:rPr lang="en-US" altLang="ko-KR" sz="5400" dirty="0"/>
            </a:br>
            <a:r>
              <a:rPr lang="ko-KR" altLang="en-US" sz="5400" dirty="0"/>
              <a:t>프로젝트 주제 선정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DB18F9-88A1-4237-B7B0-46BC71F7C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2026.03.11</a:t>
            </a:r>
          </a:p>
          <a:p>
            <a:r>
              <a:rPr lang="ko-KR" altLang="en-US" dirty="0"/>
              <a:t>의료과학과 </a:t>
            </a:r>
            <a:endParaRPr lang="en-US" altLang="ko-KR" dirty="0"/>
          </a:p>
          <a:p>
            <a:r>
              <a:rPr lang="en-US" altLang="ko-KR" dirty="0"/>
              <a:t>20247433 </a:t>
            </a:r>
            <a:r>
              <a:rPr lang="ko-KR" altLang="en-US" dirty="0"/>
              <a:t>양수산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7387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BB39C59-0E90-4F53-AC6A-A14BD84420BC}"/>
              </a:ext>
            </a:extLst>
          </p:cNvPr>
          <p:cNvSpPr/>
          <p:nvPr/>
        </p:nvSpPr>
        <p:spPr>
          <a:xfrm>
            <a:off x="111852" y="408045"/>
            <a:ext cx="12203185" cy="2808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 err="1"/>
              <a:t>주제명</a:t>
            </a:r>
            <a:r>
              <a:rPr lang="ko-KR" altLang="en-US" b="1" dirty="0"/>
              <a:t> 및 소개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ko-KR" altLang="en-US" b="1" dirty="0"/>
          </a:p>
          <a:p>
            <a:r>
              <a:rPr lang="ko-KR" altLang="en-US" b="1" dirty="0"/>
              <a:t>방사선 비상 대응을 위한 생물학적 선량평가 의사결정 지원 프로토타입 개발</a:t>
            </a:r>
            <a:endParaRPr lang="en-US" altLang="ko-KR" b="1" dirty="0"/>
          </a:p>
          <a:p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dirty="0"/>
              <a:t>방사선 비상은 사고의 규모와 자원 상황에 따라 가변적인 대응 전략을 요구하며</a:t>
            </a:r>
            <a:r>
              <a:rPr lang="en-US" altLang="ko-KR" dirty="0"/>
              <a:t>, </a:t>
            </a:r>
            <a:r>
              <a:rPr lang="ko-KR" altLang="en-US" dirty="0"/>
              <a:t>이 과정에서 생물학적 선량평가는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개인의 피폭 정도 파악과 대응 우선순위 결정의 핵심 지표가 된다</a:t>
            </a:r>
            <a:r>
              <a:rPr lang="en-US" altLang="ko-KR" dirty="0"/>
              <a:t>. </a:t>
            </a:r>
            <a:r>
              <a:rPr lang="ko-KR" altLang="en-US" dirty="0"/>
              <a:t>그러나 복합적인 비상 상황을 반영한 일관된 의사결정 지원 체계는 여전히 부재한 상태로 이에 본 프로젝트는 현장 자원과 사고 시나리오를 연계하여 최적의 대응 전략 수립을 지원하는 생물학적 선량평가 기반 의사결정 지원 시스템</a:t>
            </a:r>
            <a:r>
              <a:rPr lang="en-US" altLang="ko-KR" dirty="0"/>
              <a:t> </a:t>
            </a:r>
            <a:r>
              <a:rPr lang="ko-KR" altLang="en-US" dirty="0"/>
              <a:t>프로토타입을 개발하고자 한다</a:t>
            </a:r>
            <a:r>
              <a:rPr lang="en-US" altLang="ko-KR" dirty="0"/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EFF4E6-E916-4427-AF26-A8BA1365078A}"/>
              </a:ext>
            </a:extLst>
          </p:cNvPr>
          <p:cNvSpPr/>
          <p:nvPr/>
        </p:nvSpPr>
        <p:spPr>
          <a:xfrm>
            <a:off x="204132" y="3780744"/>
            <a:ext cx="11783736" cy="2254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데이터 사용 가능 여부</a:t>
            </a:r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본 프로젝트는 초기 단계에서 실제 개인정보나 환자 데이터를 사용하지 않고 진행할 수 있으며</a:t>
            </a:r>
            <a:r>
              <a:rPr lang="en-US" altLang="ko-KR" dirty="0"/>
              <a:t> </a:t>
            </a:r>
            <a:r>
              <a:rPr lang="ko-KR" altLang="en-US" dirty="0"/>
              <a:t>공개된 가이드라인</a:t>
            </a:r>
            <a:r>
              <a:rPr lang="en-US" altLang="ko-KR" dirty="0"/>
              <a:t>, </a:t>
            </a:r>
            <a:r>
              <a:rPr lang="ko-KR" altLang="en-US" dirty="0"/>
              <a:t>문헌</a:t>
            </a:r>
            <a:r>
              <a:rPr lang="en-US" altLang="ko-KR" dirty="0"/>
              <a:t>, </a:t>
            </a:r>
            <a:r>
              <a:rPr lang="ko-KR" altLang="en-US" dirty="0"/>
              <a:t>절차 기준을 바탕으로 규칙 기반 의사결정 로직을 설계하고</a:t>
            </a:r>
            <a:r>
              <a:rPr lang="en-US" altLang="ko-KR" dirty="0"/>
              <a:t>, </a:t>
            </a:r>
            <a:r>
              <a:rPr lang="ko-KR" altLang="en-US" dirty="0"/>
              <a:t>사고 규모</a:t>
            </a:r>
            <a:r>
              <a:rPr lang="en-US" altLang="ko-KR" dirty="0"/>
              <a:t>, </a:t>
            </a:r>
            <a:r>
              <a:rPr lang="ko-KR" altLang="en-US" dirty="0"/>
              <a:t>시간 경과</a:t>
            </a:r>
            <a:r>
              <a:rPr lang="en-US" altLang="ko-KR" dirty="0"/>
              <a:t>, </a:t>
            </a:r>
            <a:r>
              <a:rPr lang="ko-KR" altLang="en-US" dirty="0"/>
              <a:t>증상 여부</a:t>
            </a:r>
            <a:r>
              <a:rPr lang="en-US" altLang="ko-KR" dirty="0"/>
              <a:t>, </a:t>
            </a:r>
            <a:r>
              <a:rPr lang="ko-KR" altLang="en-US" dirty="0"/>
              <a:t>가용 자원 등을 반영한 시나리오 기반 데이터를 사용하여 프로토타입을 구현하여 대규모</a:t>
            </a:r>
            <a:r>
              <a:rPr lang="en-US" altLang="ko-KR" dirty="0"/>
              <a:t>·</a:t>
            </a:r>
            <a:r>
              <a:rPr lang="ko-KR" altLang="en-US" dirty="0" err="1"/>
              <a:t>다변수</a:t>
            </a:r>
            <a:r>
              <a:rPr lang="ko-KR" altLang="en-US" dirty="0"/>
              <a:t> 데이터 기반의 대응 우선순위 설정 및 자원 배분 방안을 분석할 계획이다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412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386C24F-A6F1-4B92-AA04-78143E9A527F}"/>
              </a:ext>
            </a:extLst>
          </p:cNvPr>
          <p:cNvSpPr/>
          <p:nvPr/>
        </p:nvSpPr>
        <p:spPr>
          <a:xfrm>
            <a:off x="212521" y="433697"/>
            <a:ext cx="11901182" cy="2254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프로젝트 목표</a:t>
            </a:r>
            <a:endParaRPr lang="en-US" altLang="ko-KR" b="1" dirty="0"/>
          </a:p>
          <a:p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방사선 비상 상황 정보를 입력하여 대응 우선순위를 제시하는 프로토타입 설계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생물학적 선량평가 적용 방향 및 자원 배분 시나리오 제안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다양한 시나리오에 따른 대응 결과 비교 및 시각화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웹 기반 의사결정 지원 프로토타입 구현</a:t>
            </a:r>
          </a:p>
        </p:txBody>
      </p:sp>
    </p:spTree>
    <p:extLst>
      <p:ext uri="{BB962C8B-B14F-4D97-AF65-F5344CB8AC3E}">
        <p14:creationId xmlns:p14="http://schemas.microsoft.com/office/powerpoint/2010/main" val="1144779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195</Words>
  <Application>Microsoft Office PowerPoint</Application>
  <PresentationFormat>와이드스크린</PresentationFormat>
  <Paragraphs>19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TPL-빅데이터 기반 질병예측  프로젝트 주제 선정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TPL-빅데이터기반 질병예측 프로젝트 주제 선정</dc:title>
  <dc:creator>user</dc:creator>
  <cp:lastModifiedBy>user</cp:lastModifiedBy>
  <cp:revision>6</cp:revision>
  <dcterms:created xsi:type="dcterms:W3CDTF">2026-03-11T01:41:03Z</dcterms:created>
  <dcterms:modified xsi:type="dcterms:W3CDTF">2026-03-11T02:16:05Z</dcterms:modified>
</cp:coreProperties>
</file>